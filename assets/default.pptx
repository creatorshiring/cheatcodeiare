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932" r:id="rId1"/>
  </p:sldMasterIdLst>
  <p:notesMasterIdLst>
    <p:notesMasterId r:id="rId6"/>
  </p:notesMasterIdLst>
  <p:handoutMasterIdLst>
    <p:handoutMasterId r:id="rId7"/>
  </p:handoutMasterIdLst>
  <p:sldIdLst>
    <p:sldId id="491" r:id="rId2"/>
    <p:sldId id="498" r:id="rId3"/>
    <p:sldId id="511" r:id="rId4"/>
    <p:sldId id="514" r:id="rId5"/>
  </p:sldIdLst>
  <p:sldSz cx="9144000" cy="5143500" type="screen16x9"/>
  <p:notesSz cx="6858000" cy="9296400"/>
  <p:embeddedFontLst>
    <p:embeddedFont>
      <p:font typeface="Garamond" panose="02020404030301010803" pitchFamily="18" charset="0"/>
      <p:regular r:id="rId8"/>
      <p:bold r:id="rId9"/>
      <p: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43">
          <p15:clr>
            <a:srgbClr val="A4A3A4"/>
          </p15:clr>
        </p15:guide>
        <p15:guide id="2" orient="horz" pos="325">
          <p15:clr>
            <a:srgbClr val="A4A3A4"/>
          </p15:clr>
        </p15:guide>
        <p15:guide id="3" orient="horz" pos="2917">
          <p15:clr>
            <a:srgbClr val="A4A3A4"/>
          </p15:clr>
        </p15:guide>
        <p15:guide id="4" orient="horz" pos="399">
          <p15:clr>
            <a:srgbClr val="A4A3A4"/>
          </p15:clr>
        </p15:guide>
        <p15:guide id="5" pos="576">
          <p15:clr>
            <a:srgbClr val="A4A3A4"/>
          </p15:clr>
        </p15:guide>
        <p15:guide id="6" pos="5184">
          <p15:clr>
            <a:srgbClr val="A4A3A4"/>
          </p15:clr>
        </p15:guide>
        <p15:guide id="7" pos="2880">
          <p15:clr>
            <a:srgbClr val="A4A3A4"/>
          </p15:clr>
        </p15:guide>
        <p15:guide id="8" pos="5108">
          <p15:clr>
            <a:srgbClr val="A4A3A4"/>
          </p15:clr>
        </p15:guide>
        <p15:guide id="9" pos="65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592">
          <p15:clr>
            <a:srgbClr val="A4A3A4"/>
          </p15:clr>
        </p15:guide>
        <p15:guide id="2" orient="horz" pos="5542">
          <p15:clr>
            <a:srgbClr val="A4A3A4"/>
          </p15:clr>
        </p15:guide>
        <p15:guide id="3" orient="horz" pos="5777">
          <p15:clr>
            <a:srgbClr val="A4A3A4"/>
          </p15:clr>
        </p15:guide>
        <p15:guide id="4" pos="286">
          <p15:clr>
            <a:srgbClr val="A4A3A4"/>
          </p15:clr>
        </p15:guide>
        <p15:guide id="5" pos="403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5094"/>
    <a:srgbClr val="004170"/>
    <a:srgbClr val="959596"/>
    <a:srgbClr val="F0F1F1"/>
    <a:srgbClr val="004670"/>
    <a:srgbClr val="00468C"/>
    <a:srgbClr val="004D8E"/>
    <a:srgbClr val="145094"/>
    <a:srgbClr val="005100"/>
    <a:srgbClr val="3A19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058233-8307-4EF0-8DEE-5029B9445B53}" v="3" dt="2025-12-12T15:06:40.9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89011" autoAdjust="0"/>
  </p:normalViewPr>
  <p:slideViewPr>
    <p:cSldViewPr snapToGrid="0" showGuides="1">
      <p:cViewPr varScale="1">
        <p:scale>
          <a:sx n="70" d="100"/>
          <a:sy n="70" d="100"/>
        </p:scale>
        <p:origin x="1326" y="288"/>
      </p:cViewPr>
      <p:guideLst>
        <p:guide orient="horz" pos="2843"/>
        <p:guide orient="horz" pos="325"/>
        <p:guide orient="horz" pos="2917"/>
        <p:guide orient="horz" pos="399"/>
        <p:guide pos="576"/>
        <p:guide pos="5184"/>
        <p:guide pos="2880"/>
        <p:guide pos="5108"/>
        <p:guide pos="65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1" d="100"/>
        <a:sy n="71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-3894" y="-96"/>
      </p:cViewPr>
      <p:guideLst>
        <p:guide orient="horz" pos="2592"/>
        <p:guide orient="horz" pos="5542"/>
        <p:guide orient="horz" pos="5777"/>
        <p:guide pos="286"/>
        <p:guide pos="403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ash Bojja" userId="5d3ed57e370a6b58" providerId="LiveId" clId="{9D4C736C-D90D-4333-A4C0-B8D4157B313E}"/>
    <pc:docChg chg="undo redo custSel addSld delSld modSld sldOrd">
      <pc:chgData name="Akash Bojja" userId="5d3ed57e370a6b58" providerId="LiveId" clId="{9D4C736C-D90D-4333-A4C0-B8D4157B313E}" dt="2025-12-12T15:06:49.365" v="1620" actId="47"/>
      <pc:docMkLst>
        <pc:docMk/>
      </pc:docMkLst>
      <pc:sldChg chg="addSp modSp mod">
        <pc:chgData name="Akash Bojja" userId="5d3ed57e370a6b58" providerId="LiveId" clId="{9D4C736C-D90D-4333-A4C0-B8D4157B313E}" dt="2025-12-12T15:05:28.013" v="1555" actId="20577"/>
        <pc:sldMkLst>
          <pc:docMk/>
          <pc:sldMk cId="3853256293" sldId="491"/>
        </pc:sldMkLst>
        <pc:spChg chg="mod">
          <ac:chgData name="Akash Bojja" userId="5d3ed57e370a6b58" providerId="LiveId" clId="{9D4C736C-D90D-4333-A4C0-B8D4157B313E}" dt="2025-12-12T15:04:54.131" v="1509" actId="20577"/>
          <ac:spMkLst>
            <pc:docMk/>
            <pc:sldMk cId="3853256293" sldId="491"/>
            <ac:spMk id="4" creationId="{00000000-0000-0000-0000-000000000000}"/>
          </ac:spMkLst>
        </pc:spChg>
        <pc:spChg chg="mod">
          <ac:chgData name="Akash Bojja" userId="5d3ed57e370a6b58" providerId="LiveId" clId="{9D4C736C-D90D-4333-A4C0-B8D4157B313E}" dt="2025-12-12T15:05:28.013" v="1555" actId="20577"/>
          <ac:spMkLst>
            <pc:docMk/>
            <pc:sldMk cId="3853256293" sldId="491"/>
            <ac:spMk id="6" creationId="{00000000-0000-0000-0000-000000000000}"/>
          </ac:spMkLst>
        </pc:spChg>
      </pc:sldChg>
      <pc:sldChg chg="modSp mod">
        <pc:chgData name="Akash Bojja" userId="5d3ed57e370a6b58" providerId="LiveId" clId="{9D4C736C-D90D-4333-A4C0-B8D4157B313E}" dt="2025-12-12T15:06:03.907" v="1576" actId="1076"/>
        <pc:sldMkLst>
          <pc:docMk/>
          <pc:sldMk cId="2951382707" sldId="498"/>
        </pc:sldMkLst>
        <pc:spChg chg="mod">
          <ac:chgData name="Akash Bojja" userId="5d3ed57e370a6b58" providerId="LiveId" clId="{9D4C736C-D90D-4333-A4C0-B8D4157B313E}" dt="2025-12-12T15:06:03.907" v="1576" actId="1076"/>
          <ac:spMkLst>
            <pc:docMk/>
            <pc:sldMk cId="2951382707" sldId="498"/>
            <ac:spMk id="8" creationId="{AEB190FA-F414-62FD-CA46-F9B9AA56611A}"/>
          </ac:spMkLst>
        </pc:spChg>
      </pc:sldChg>
      <pc:sldChg chg="modSp del mod">
        <pc:chgData name="Akash Bojja" userId="5d3ed57e370a6b58" providerId="LiveId" clId="{9D4C736C-D90D-4333-A4C0-B8D4157B313E}" dt="2025-12-12T15:06:44.465" v="1611" actId="47"/>
        <pc:sldMkLst>
          <pc:docMk/>
          <pc:sldMk cId="2215252507" sldId="504"/>
        </pc:sldMkLst>
        <pc:spChg chg="mod">
          <ac:chgData name="Akash Bojja" userId="5d3ed57e370a6b58" providerId="LiveId" clId="{9D4C736C-D90D-4333-A4C0-B8D4157B313E}" dt="2025-11-26T11:05:20.826" v="1389"/>
          <ac:spMkLst>
            <pc:docMk/>
            <pc:sldMk cId="2215252507" sldId="504"/>
            <ac:spMk id="4" creationId="{C5C9C288-0979-D2A9-B366-754E9F211A09}"/>
          </ac:spMkLst>
        </pc:spChg>
        <pc:spChg chg="mod">
          <ac:chgData name="Akash Bojja" userId="5d3ed57e370a6b58" providerId="LiveId" clId="{9D4C736C-D90D-4333-A4C0-B8D4157B313E}" dt="2025-11-26T11:05:48.148" v="1396" actId="1076"/>
          <ac:spMkLst>
            <pc:docMk/>
            <pc:sldMk cId="2215252507" sldId="504"/>
            <ac:spMk id="14" creationId="{9C0993F2-8391-F0CE-1A58-2B3F53B9DBEE}"/>
          </ac:spMkLst>
        </pc:spChg>
      </pc:sldChg>
      <pc:sldChg chg="addSp delSp modSp mod">
        <pc:chgData name="Akash Bojja" userId="5d3ed57e370a6b58" providerId="LiveId" clId="{9D4C736C-D90D-4333-A4C0-B8D4157B313E}" dt="2025-12-12T15:06:40.921" v="1609" actId="1076"/>
        <pc:sldMkLst>
          <pc:docMk/>
          <pc:sldMk cId="3954374337" sldId="511"/>
        </pc:sldMkLst>
        <pc:spChg chg="mod">
          <ac:chgData name="Akash Bojja" userId="5d3ed57e370a6b58" providerId="LiveId" clId="{9D4C736C-D90D-4333-A4C0-B8D4157B313E}" dt="2025-12-12T15:06:22.456" v="1587" actId="20577"/>
          <ac:spMkLst>
            <pc:docMk/>
            <pc:sldMk cId="3954374337" sldId="511"/>
            <ac:spMk id="2" creationId="{8D66EB46-0D58-A429-CFF6-AB3850EAD8FD}"/>
          </ac:spMkLst>
        </pc:spChg>
        <pc:spChg chg="mod">
          <ac:chgData name="Akash Bojja" userId="5d3ed57e370a6b58" providerId="LiveId" clId="{9D4C736C-D90D-4333-A4C0-B8D4157B313E}" dt="2025-12-12T15:06:40.921" v="1609" actId="1076"/>
          <ac:spMkLst>
            <pc:docMk/>
            <pc:sldMk cId="3954374337" sldId="511"/>
            <ac:spMk id="3" creationId="{BB141FC1-D197-CC99-75B0-6C52B928E2E5}"/>
          </ac:spMkLst>
        </pc:spChg>
      </pc:sldChg>
      <pc:sldChg chg="addSp modSp del mod">
        <pc:chgData name="Akash Bojja" userId="5d3ed57e370a6b58" providerId="LiveId" clId="{9D4C736C-D90D-4333-A4C0-B8D4157B313E}" dt="2025-12-12T15:06:44.127" v="1610" actId="47"/>
        <pc:sldMkLst>
          <pc:docMk/>
          <pc:sldMk cId="4129541616" sldId="525"/>
        </pc:sldMkLst>
        <pc:spChg chg="mod">
          <ac:chgData name="Akash Bojja" userId="5d3ed57e370a6b58" providerId="LiveId" clId="{9D4C736C-D90D-4333-A4C0-B8D4157B313E}" dt="2025-11-26T11:03:48.624" v="1378"/>
          <ac:spMkLst>
            <pc:docMk/>
            <pc:sldMk cId="4129541616" sldId="525"/>
            <ac:spMk id="2" creationId="{7063D25A-2139-B366-0C2D-1738FC0A32F2}"/>
          </ac:spMkLst>
        </pc:spChg>
        <pc:spChg chg="add mod">
          <ac:chgData name="Akash Bojja" userId="5d3ed57e370a6b58" providerId="LiveId" clId="{9D4C736C-D90D-4333-A4C0-B8D4157B313E}" dt="2025-11-26T11:04:02.084" v="1381" actId="20578"/>
          <ac:spMkLst>
            <pc:docMk/>
            <pc:sldMk cId="4129541616" sldId="525"/>
            <ac:spMk id="3" creationId="{FAEB338B-04E7-3F17-E343-3DB9F0953D92}"/>
          </ac:spMkLst>
        </pc:spChg>
        <pc:spChg chg="mod">
          <ac:chgData name="Akash Bojja" userId="5d3ed57e370a6b58" providerId="LiveId" clId="{9D4C736C-D90D-4333-A4C0-B8D4157B313E}" dt="2025-11-26T11:04:12.279" v="1386" actId="1076"/>
          <ac:spMkLst>
            <pc:docMk/>
            <pc:sldMk cId="4129541616" sldId="525"/>
            <ac:spMk id="5" creationId="{2CCF9078-F25C-DC07-4D65-2520C314FE52}"/>
          </ac:spMkLst>
        </pc:spChg>
      </pc:sldChg>
      <pc:sldChg chg="modSp del mod">
        <pc:chgData name="Akash Bojja" userId="5d3ed57e370a6b58" providerId="LiveId" clId="{9D4C736C-D90D-4333-A4C0-B8D4157B313E}" dt="2025-12-12T15:06:45.543" v="1613" actId="47"/>
        <pc:sldMkLst>
          <pc:docMk/>
          <pc:sldMk cId="1501176597" sldId="527"/>
        </pc:sldMkLst>
        <pc:spChg chg="mod">
          <ac:chgData name="Akash Bojja" userId="5d3ed57e370a6b58" providerId="LiveId" clId="{9D4C736C-D90D-4333-A4C0-B8D4157B313E}" dt="2025-11-26T11:06:46.491" v="1408"/>
          <ac:spMkLst>
            <pc:docMk/>
            <pc:sldMk cId="1501176597" sldId="527"/>
            <ac:spMk id="2" creationId="{C67236CC-0965-F8BE-EE0B-AF224223821E}"/>
          </ac:spMkLst>
        </pc:spChg>
        <pc:spChg chg="mod">
          <ac:chgData name="Akash Bojja" userId="5d3ed57e370a6b58" providerId="LiveId" clId="{9D4C736C-D90D-4333-A4C0-B8D4157B313E}" dt="2025-11-26T11:07:05.404" v="1411" actId="1076"/>
          <ac:spMkLst>
            <pc:docMk/>
            <pc:sldMk cId="1501176597" sldId="527"/>
            <ac:spMk id="5" creationId="{530F0B98-A54A-98B8-0449-E4FC4A7F46BB}"/>
          </ac:spMkLst>
        </pc:spChg>
      </pc:sldChg>
      <pc:sldChg chg="addSp delSp modSp del mod">
        <pc:chgData name="Akash Bojja" userId="5d3ed57e370a6b58" providerId="LiveId" clId="{9D4C736C-D90D-4333-A4C0-B8D4157B313E}" dt="2025-12-12T15:06:47.488" v="1617" actId="47"/>
        <pc:sldMkLst>
          <pc:docMk/>
          <pc:sldMk cId="406148335" sldId="528"/>
        </pc:sldMkLst>
        <pc:spChg chg="mod">
          <ac:chgData name="Akash Bojja" userId="5d3ed57e370a6b58" providerId="LiveId" clId="{9D4C736C-D90D-4333-A4C0-B8D4157B313E}" dt="2025-11-26T11:10:09.849" v="1436" actId="14100"/>
          <ac:spMkLst>
            <pc:docMk/>
            <pc:sldMk cId="406148335" sldId="528"/>
            <ac:spMk id="2" creationId="{F59A3D20-5174-C9F2-5492-30244B50CB91}"/>
          </ac:spMkLst>
        </pc:spChg>
        <pc:spChg chg="add mod">
          <ac:chgData name="Akash Bojja" userId="5d3ed57e370a6b58" providerId="LiveId" clId="{9D4C736C-D90D-4333-A4C0-B8D4157B313E}" dt="2025-11-26T11:11:58.945" v="1458" actId="1076"/>
          <ac:spMkLst>
            <pc:docMk/>
            <pc:sldMk cId="406148335" sldId="528"/>
            <ac:spMk id="5" creationId="{0F1D8FA9-1C43-F8C7-2311-70BF020C17CC}"/>
          </ac:spMkLst>
        </pc:spChg>
        <pc:spChg chg="mod">
          <ac:chgData name="Akash Bojja" userId="5d3ed57e370a6b58" providerId="LiveId" clId="{9D4C736C-D90D-4333-A4C0-B8D4157B313E}" dt="2025-11-26T11:10:50.692" v="1446" actId="1076"/>
          <ac:spMkLst>
            <pc:docMk/>
            <pc:sldMk cId="406148335" sldId="528"/>
            <ac:spMk id="6" creationId="{A3368471-2729-C4E2-D837-038ECE69C4EE}"/>
          </ac:spMkLst>
        </pc:spChg>
      </pc:sldChg>
      <pc:sldChg chg="addSp delSp modSp del mod">
        <pc:chgData name="Akash Bojja" userId="5d3ed57e370a6b58" providerId="LiveId" clId="{9D4C736C-D90D-4333-A4C0-B8D4157B313E}" dt="2025-12-12T15:06:48.659" v="1619" actId="47"/>
        <pc:sldMkLst>
          <pc:docMk/>
          <pc:sldMk cId="2736564045" sldId="529"/>
        </pc:sldMkLst>
        <pc:spChg chg="mod">
          <ac:chgData name="Akash Bojja" userId="5d3ed57e370a6b58" providerId="LiveId" clId="{9D4C736C-D90D-4333-A4C0-B8D4157B313E}" dt="2025-11-26T11:12:45.326" v="1460"/>
          <ac:spMkLst>
            <pc:docMk/>
            <pc:sldMk cId="2736564045" sldId="529"/>
            <ac:spMk id="2" creationId="{4D5ADE3C-66E2-9A94-3C83-772DABC10B24}"/>
          </ac:spMkLst>
        </pc:spChg>
        <pc:graphicFrameChg chg="add mod modGraphic">
          <ac:chgData name="Akash Bojja" userId="5d3ed57e370a6b58" providerId="LiveId" clId="{9D4C736C-D90D-4333-A4C0-B8D4157B313E}" dt="2025-11-26T11:13:40.944" v="1469" actId="1076"/>
          <ac:graphicFrameMkLst>
            <pc:docMk/>
            <pc:sldMk cId="2736564045" sldId="529"/>
            <ac:graphicFrameMk id="3" creationId="{05C433EE-C025-3EAF-55C0-6F34E8FDD929}"/>
          </ac:graphicFrameMkLst>
        </pc:graphicFrameChg>
      </pc:sldChg>
      <pc:sldChg chg="addSp delSp modSp del mod">
        <pc:chgData name="Akash Bojja" userId="5d3ed57e370a6b58" providerId="LiveId" clId="{9D4C736C-D90D-4333-A4C0-B8D4157B313E}" dt="2025-12-12T15:06:49.365" v="1620" actId="47"/>
        <pc:sldMkLst>
          <pc:docMk/>
          <pc:sldMk cId="17039747" sldId="533"/>
        </pc:sldMkLst>
        <pc:spChg chg="mod">
          <ac:chgData name="Akash Bojja" userId="5d3ed57e370a6b58" providerId="LiveId" clId="{9D4C736C-D90D-4333-A4C0-B8D4157B313E}" dt="2025-11-26T11:25:40.930" v="1471"/>
          <ac:spMkLst>
            <pc:docMk/>
            <pc:sldMk cId="17039747" sldId="533"/>
            <ac:spMk id="2" creationId="{B2365852-3701-59F7-4448-C1C0C89A2A17}"/>
          </ac:spMkLst>
        </pc:spChg>
        <pc:spChg chg="add mod">
          <ac:chgData name="Akash Bojja" userId="5d3ed57e370a6b58" providerId="LiveId" clId="{9D4C736C-D90D-4333-A4C0-B8D4157B313E}" dt="2025-11-26T11:26:14.900" v="1481" actId="1076"/>
          <ac:spMkLst>
            <pc:docMk/>
            <pc:sldMk cId="17039747" sldId="533"/>
            <ac:spMk id="6" creationId="{0699D45B-8ABE-3877-7479-D1413D530A3C}"/>
          </ac:spMkLst>
        </pc:spChg>
      </pc:sldChg>
      <pc:sldChg chg="modSp del mod">
        <pc:chgData name="Akash Bojja" userId="5d3ed57e370a6b58" providerId="LiveId" clId="{9D4C736C-D90D-4333-A4C0-B8D4157B313E}" dt="2025-12-12T15:06:46.527" v="1615" actId="47"/>
        <pc:sldMkLst>
          <pc:docMk/>
          <pc:sldMk cId="3220924851" sldId="534"/>
        </pc:sldMkLst>
        <pc:spChg chg="mod">
          <ac:chgData name="Akash Bojja" userId="5d3ed57e370a6b58" providerId="LiveId" clId="{9D4C736C-D90D-4333-A4C0-B8D4157B313E}" dt="2025-11-26T11:08:22.847" v="1420"/>
          <ac:spMkLst>
            <pc:docMk/>
            <pc:sldMk cId="3220924851" sldId="534"/>
            <ac:spMk id="2" creationId="{30CF23B9-ECC8-7C37-197B-64F47EB4BDB5}"/>
          </ac:spMkLst>
        </pc:spChg>
        <pc:spChg chg="mod">
          <ac:chgData name="Akash Bojja" userId="5d3ed57e370a6b58" providerId="LiveId" clId="{9D4C736C-D90D-4333-A4C0-B8D4157B313E}" dt="2025-11-26T11:08:38.406" v="1423" actId="1076"/>
          <ac:spMkLst>
            <pc:docMk/>
            <pc:sldMk cId="3220924851" sldId="534"/>
            <ac:spMk id="5" creationId="{0141AA5A-B474-9DFE-344A-7745C8B35926}"/>
          </ac:spMkLst>
        </pc:spChg>
      </pc:sldChg>
      <pc:sldChg chg="addSp modSp new del mod">
        <pc:chgData name="Akash Bojja" userId="5d3ed57e370a6b58" providerId="LiveId" clId="{9D4C736C-D90D-4333-A4C0-B8D4157B313E}" dt="2025-12-12T15:06:45.037" v="1612" actId="47"/>
        <pc:sldMkLst>
          <pc:docMk/>
          <pc:sldMk cId="1422007776" sldId="540"/>
        </pc:sldMkLst>
        <pc:spChg chg="add mod">
          <ac:chgData name="Akash Bojja" userId="5d3ed57e370a6b58" providerId="LiveId" clId="{9D4C736C-D90D-4333-A4C0-B8D4157B313E}" dt="2025-11-26T11:06:30.319" v="1406" actId="1076"/>
          <ac:spMkLst>
            <pc:docMk/>
            <pc:sldMk cId="1422007776" sldId="540"/>
            <ac:spMk id="4" creationId="{379DB137-E892-F5D9-8DD1-F0ACB716D45D}"/>
          </ac:spMkLst>
        </pc:spChg>
      </pc:sldChg>
      <pc:sldChg chg="addSp delSp modSp new del mod">
        <pc:chgData name="Akash Bojja" userId="5d3ed57e370a6b58" providerId="LiveId" clId="{9D4C736C-D90D-4333-A4C0-B8D4157B313E}" dt="2025-12-12T15:06:46.045" v="1614" actId="47"/>
        <pc:sldMkLst>
          <pc:docMk/>
          <pc:sldMk cId="3870397432" sldId="541"/>
        </pc:sldMkLst>
        <pc:spChg chg="add mod">
          <ac:chgData name="Akash Bojja" userId="5d3ed57e370a6b58" providerId="LiveId" clId="{9D4C736C-D90D-4333-A4C0-B8D4157B313E}" dt="2025-11-26T11:07:53.069" v="1418" actId="1076"/>
          <ac:spMkLst>
            <pc:docMk/>
            <pc:sldMk cId="3870397432" sldId="541"/>
            <ac:spMk id="6" creationId="{C3D2CC02-8491-06C2-5C51-7F2AD6C96C11}"/>
          </ac:spMkLst>
        </pc:spChg>
      </pc:sldChg>
      <pc:sldChg chg="addSp delSp modSp new del mod">
        <pc:chgData name="Akash Bojja" userId="5d3ed57e370a6b58" providerId="LiveId" clId="{9D4C736C-D90D-4333-A4C0-B8D4157B313E}" dt="2025-12-12T15:06:47.041" v="1616" actId="47"/>
        <pc:sldMkLst>
          <pc:docMk/>
          <pc:sldMk cId="3997171323" sldId="542"/>
        </pc:sldMkLst>
        <pc:spChg chg="add mod">
          <ac:chgData name="Akash Bojja" userId="5d3ed57e370a6b58" providerId="LiveId" clId="{9D4C736C-D90D-4333-A4C0-B8D4157B313E}" dt="2025-11-26T11:09:33.270" v="1431" actId="1076"/>
          <ac:spMkLst>
            <pc:docMk/>
            <pc:sldMk cId="3997171323" sldId="542"/>
            <ac:spMk id="6" creationId="{0BF647C4-3778-7181-E923-7E6BA5EFE7E7}"/>
          </ac:spMkLst>
        </pc:spChg>
      </pc:sldChg>
      <pc:sldChg chg="addSp delSp modSp new del mod">
        <pc:chgData name="Akash Bojja" userId="5d3ed57e370a6b58" providerId="LiveId" clId="{9D4C736C-D90D-4333-A4C0-B8D4157B313E}" dt="2025-12-12T15:06:48.341" v="1618" actId="47"/>
        <pc:sldMkLst>
          <pc:docMk/>
          <pc:sldMk cId="1435411743" sldId="543"/>
        </pc:sldMkLst>
        <pc:spChg chg="add mod">
          <ac:chgData name="Akash Bojja" userId="5d3ed57e370a6b58" providerId="LiveId" clId="{9D4C736C-D90D-4333-A4C0-B8D4157B313E}" dt="2025-11-26T11:11:45.676" v="1456" actId="1076"/>
          <ac:spMkLst>
            <pc:docMk/>
            <pc:sldMk cId="1435411743" sldId="543"/>
            <ac:spMk id="6" creationId="{3C339588-CA6C-8B5C-D603-D407079C0C2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83294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400050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07483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114300" indent="-114300" algn="l" defTabSz="914400" rtl="0" eaLnBrk="1" latinLnBrk="0" hangingPunct="1">
      <a:spcBef>
        <a:spcPts val="800"/>
      </a:spcBef>
      <a:buFont typeface="Arial" pitchFamily="34" charset="0"/>
      <a:buChar char="•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285750" indent="-112713" algn="l" defTabSz="914400" rtl="0" eaLnBrk="1" latinLnBrk="0" hangingPunct="1">
      <a:spcBef>
        <a:spcPts val="200"/>
      </a:spcBef>
      <a:buFont typeface="Arial" pitchFamily="34" charset="0"/>
      <a:buChar char="•"/>
      <a:defRPr sz="11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403225" indent="-117475" algn="l" defTabSz="914400" rtl="0" eaLnBrk="1" latinLnBrk="0" hangingPunct="1">
      <a:spcBef>
        <a:spcPts val="200"/>
      </a:spcBef>
      <a:buFont typeface="Arial" pitchFamily="34" charset="0"/>
      <a:buChar char="•"/>
      <a:defRPr sz="105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569913" indent="-112713" algn="l" defTabSz="914400" rtl="0" eaLnBrk="1" latinLnBrk="0" hangingPunct="1">
      <a:spcBef>
        <a:spcPts val="200"/>
      </a:spcBef>
      <a:buFont typeface="Arial" pitchFamily="34" charset="0"/>
      <a:buChar char="•"/>
      <a:defRPr sz="105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457200" indent="114300" algn="l" defTabSz="914400" rtl="0" eaLnBrk="1" latinLnBrk="0" hangingPunct="1">
      <a:buFont typeface="Arial" pitchFamily="34" charset="0"/>
      <a:buChar char="•"/>
      <a:defRPr sz="1050" kern="1200">
        <a:solidFill>
          <a:schemeClr val="tx1"/>
        </a:solidFill>
        <a:latin typeface="+mn-lt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12750" y="400050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309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0414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gradFill flip="none" rotWithShape="1">
          <a:gsLst>
            <a:gs pos="0">
              <a:srgbClr val="F1F2F2"/>
            </a:gs>
            <a:gs pos="100000">
              <a:srgbClr val="EBEBEC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 bwMode="auto">
          <a:xfrm>
            <a:off x="0" y="0"/>
            <a:ext cx="9143999" cy="1718222"/>
          </a:xfrm>
          <a:prstGeom prst="rect">
            <a:avLst/>
          </a:prstGeom>
          <a:gradFill flip="none" rotWithShape="1">
            <a:gsLst>
              <a:gs pos="0">
                <a:srgbClr val="004170"/>
              </a:gs>
              <a:gs pos="50000">
                <a:srgbClr val="005094"/>
              </a:gs>
              <a:gs pos="100000">
                <a:srgbClr val="004170"/>
              </a:gs>
            </a:gsLst>
            <a:path path="circle">
              <a:fillToRect l="100000" t="100000"/>
            </a:path>
            <a:tileRect r="-100000" b="-100000"/>
          </a:gra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35" name="Title 34"/>
          <p:cNvSpPr>
            <a:spLocks noGrp="1"/>
          </p:cNvSpPr>
          <p:nvPr>
            <p:ph type="title" hasCustomPrompt="1"/>
          </p:nvPr>
        </p:nvSpPr>
        <p:spPr>
          <a:xfrm>
            <a:off x="1039439" y="2180420"/>
            <a:ext cx="7069512" cy="517065"/>
          </a:xfrm>
        </p:spPr>
        <p:txBody>
          <a:bodyPr vert="horz" wrap="square" lIns="0" tIns="0" rIns="0" bIns="45720" rtlCol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400" b="0" i="0" u="none" strike="noStrike" kern="1200" cap="none" spc="0" normalizeH="0" baseline="0" noProof="0">
                <a:ln>
                  <a:noFill/>
                </a:ln>
                <a:solidFill>
                  <a:srgbClr val="004170"/>
                </a:solidFill>
                <a:effectLst/>
                <a:uLnTx/>
                <a:uFillTx/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Presentation Title Here</a:t>
            </a:r>
          </a:p>
        </p:txBody>
      </p:sp>
      <p:sp>
        <p:nvSpPr>
          <p:cNvPr id="3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39438" y="2685678"/>
            <a:ext cx="7069512" cy="380873"/>
          </a:xfrm>
        </p:spPr>
        <p:txBody>
          <a:bodyPr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None/>
              <a:defRPr sz="2600" i="0" spc="0" baseline="0">
                <a:solidFill>
                  <a:srgbClr val="525252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75000"/>
              </a:lnSpc>
              <a:spcBef>
                <a:spcPts val="1400"/>
              </a:spcBef>
              <a:buFont typeface="Arial" pitchFamily="34" charset="0"/>
              <a:buNone/>
            </a:pPr>
            <a:r>
              <a:rPr lang="en-US" dirty="0"/>
              <a:t>Subtitle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036637" y="3311968"/>
            <a:ext cx="7072313" cy="872001"/>
          </a:xfrm>
        </p:spPr>
        <p:txBody>
          <a:bodyPr vert="horz" wrap="square" lIns="0" tIns="0" rIns="0" bIns="45720" rtlCol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lang="en-US" sz="1800" i="0" baseline="0" dirty="0" smtClean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n-US" sz="1800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 dirty="0"/>
              <a:t>Presenter’s Name</a:t>
            </a:r>
          </a:p>
          <a:p>
            <a:pPr marL="0" lvl="0"/>
            <a:r>
              <a:rPr lang="en-US" dirty="0"/>
              <a:t>Department Name</a:t>
            </a:r>
          </a:p>
          <a:p>
            <a:pPr marL="0" lvl="0"/>
            <a:r>
              <a:rPr lang="en-US" dirty="0"/>
              <a:t>Presentation Date</a:t>
            </a:r>
          </a:p>
        </p:txBody>
      </p:sp>
      <p:pic>
        <p:nvPicPr>
          <p:cNvPr id="4" name="Picture 3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22ECB0BC-81E2-7657-ED1B-DEB6D4FDB0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637" y="552043"/>
            <a:ext cx="3535363" cy="814976"/>
          </a:xfrm>
          <a:prstGeom prst="rect">
            <a:avLst/>
          </a:prstGeom>
        </p:spPr>
      </p:pic>
      <p:sp>
        <p:nvSpPr>
          <p:cNvPr id="2" name="Slide Number Placeholder 10">
            <a:extLst>
              <a:ext uri="{FF2B5EF4-FFF2-40B4-BE49-F238E27FC236}">
                <a16:creationId xmlns:a16="http://schemas.microsoft.com/office/drawing/2014/main" id="{27E3040A-260C-E508-C6ED-F8F8128686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073" y="4817444"/>
            <a:ext cx="514350" cy="326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5094"/>
                </a:solidFill>
              </a:defRPr>
            </a:lvl1pPr>
          </a:lstStyle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01032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61E00C-A024-71C3-971F-1AFA495F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224941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281272"/>
            <a:ext cx="8349916" cy="3329229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lang="en-US" sz="2100" b="0" kern="1200" dirty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5pPr>
          </a:lstStyle>
          <a:p>
            <a:pPr lvl="0"/>
            <a:r>
              <a:rPr lang="en-US" dirty="0"/>
              <a:t>Click to edit Master text styles Arial 21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F5B61543-7882-6964-E3B2-96834DF582B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762" y="811374"/>
            <a:ext cx="8349916" cy="391296"/>
          </a:xfrm>
        </p:spPr>
        <p:txBody>
          <a:bodyPr/>
          <a:lstStyle>
            <a:lvl1pPr marL="0" indent="0">
              <a:buNone/>
              <a:defRPr sz="2400" b="0" baseline="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094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Subhead Arial 24 pt</a:t>
            </a:r>
          </a:p>
        </p:txBody>
      </p:sp>
      <p:sp>
        <p:nvSpPr>
          <p:cNvPr id="5" name="Slide Number Placeholder 10">
            <a:extLst>
              <a:ext uri="{FF2B5EF4-FFF2-40B4-BE49-F238E27FC236}">
                <a16:creationId xmlns:a16="http://schemas.microsoft.com/office/drawing/2014/main" id="{B6E1C1BA-C71F-EB80-D432-69C26EFAF2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073" y="4817444"/>
            <a:ext cx="514350" cy="326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5639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61E00C-A024-71C3-971F-1AFA495F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224941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914400"/>
            <a:ext cx="8349916" cy="3696101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lang="en-US" sz="2100" b="0" kern="1200" dirty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5pPr>
          </a:lstStyle>
          <a:p>
            <a:pPr lvl="0"/>
            <a:r>
              <a:rPr lang="en-US" dirty="0"/>
              <a:t>Click to edit Master text styles Arial 21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10">
            <a:extLst>
              <a:ext uri="{FF2B5EF4-FFF2-40B4-BE49-F238E27FC236}">
                <a16:creationId xmlns:a16="http://schemas.microsoft.com/office/drawing/2014/main" id="{83995F0A-3F7A-B3B5-92B5-8366353D3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073" y="4817444"/>
            <a:ext cx="514350" cy="326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08115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61E00C-A024-71C3-971F-1AFA495F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224941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914400"/>
            <a:ext cx="4129238" cy="3696101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sz="1800"/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C01E633-FAA4-F7B4-3893-A1FFB20A9C4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19587" y="914399"/>
            <a:ext cx="4073090" cy="3696101"/>
          </a:xfrm>
        </p:spPr>
        <p:txBody>
          <a:bodyPr/>
          <a:lstStyle>
            <a:lvl1pPr marL="177800" indent="-177800">
              <a:buClr>
                <a:srgbClr val="005094"/>
              </a:buClr>
              <a:buFont typeface="Wingdings" panose="05000000000000000000" pitchFamily="2" charset="2"/>
              <a:buChar char="§"/>
              <a:defRPr lang="en-US" sz="1800" b="0" kern="1200" dirty="0" smtClean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827E89-9151-3A74-8245-090B5BDB5693}"/>
              </a:ext>
            </a:extLst>
          </p:cNvPr>
          <p:cNvCxnSpPr/>
          <p:nvPr userDrawn="1"/>
        </p:nvCxnSpPr>
        <p:spPr>
          <a:xfrm>
            <a:off x="4648200" y="914399"/>
            <a:ext cx="0" cy="3696101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0316EA-52B2-E66C-2424-81E6401E86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76945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61E00C-A024-71C3-971F-1AFA495F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224941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231900"/>
            <a:ext cx="4073091" cy="3378601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sz="1800"/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C01E633-FAA4-F7B4-3893-A1FFB20A9C4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19587" y="1231899"/>
            <a:ext cx="4073091" cy="3378601"/>
          </a:xfrm>
        </p:spPr>
        <p:txBody>
          <a:bodyPr/>
          <a:lstStyle>
            <a:lvl1pPr marL="177800" indent="-177800">
              <a:buClr>
                <a:srgbClr val="005094"/>
              </a:buClr>
              <a:buFont typeface="Wingdings" panose="05000000000000000000" pitchFamily="2" charset="2"/>
              <a:buChar char="§"/>
              <a:defRPr lang="en-US" sz="1800" b="0" kern="1200" dirty="0" smtClean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5E50042-44DF-8EE4-2BDC-CEF9F7C242A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762" y="811374"/>
            <a:ext cx="4073091" cy="391296"/>
          </a:xfrm>
        </p:spPr>
        <p:txBody>
          <a:bodyPr/>
          <a:lstStyle>
            <a:lvl1pPr marL="0" indent="0">
              <a:buNone/>
              <a:defRPr sz="2100" b="0" baseline="0">
                <a:latin typeface="+mj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D5A961-AD54-E74B-A114-4A6BF3102F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9587" y="811374"/>
            <a:ext cx="4073091" cy="391296"/>
          </a:xfrm>
        </p:spPr>
        <p:txBody>
          <a:bodyPr/>
          <a:lstStyle>
            <a:lvl1pPr marL="0" indent="0">
              <a:buNone/>
              <a:defRPr sz="2100" b="0" baseline="0">
                <a:latin typeface="+mj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A16F23-89BB-6D08-1419-74F0F035C8BE}"/>
              </a:ext>
            </a:extLst>
          </p:cNvPr>
          <p:cNvCxnSpPr>
            <a:cxnSpLocks/>
          </p:cNvCxnSpPr>
          <p:nvPr userDrawn="1"/>
        </p:nvCxnSpPr>
        <p:spPr>
          <a:xfrm>
            <a:off x="4615542" y="811374"/>
            <a:ext cx="0" cy="3799126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95CB157-652B-FD48-276D-25DEB55BE62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51189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61E00C-A024-71C3-971F-1AFA495F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3" y="224941"/>
            <a:ext cx="4172780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914400"/>
            <a:ext cx="4129238" cy="3909599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sz="1800"/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347B7A-C657-3FE9-22B7-3CC668DB6950}"/>
              </a:ext>
            </a:extLst>
          </p:cNvPr>
          <p:cNvSpPr/>
          <p:nvPr userDrawn="1"/>
        </p:nvSpPr>
        <p:spPr bwMode="auto">
          <a:xfrm>
            <a:off x="4615543" y="-1"/>
            <a:ext cx="4528457" cy="4824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IN" sz="1600" b="1" dirty="0" err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Picture 9" descr="A blue and black logo&#10;&#10;Description automatically generated">
            <a:extLst>
              <a:ext uri="{FF2B5EF4-FFF2-40B4-BE49-F238E27FC236}">
                <a16:creationId xmlns:a16="http://schemas.microsoft.com/office/drawing/2014/main" id="{40CE9278-0846-9AE8-9D92-1F511FEF89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4035"/>
          <a:stretch/>
        </p:blipFill>
        <p:spPr>
          <a:xfrm>
            <a:off x="8366780" y="118792"/>
            <a:ext cx="712936" cy="72000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4A5AC1D-4AC1-E5E8-42A4-265DA6380F7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57057" y="224941"/>
            <a:ext cx="4031264" cy="4599058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sz="1800"/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FEFC393-0E33-BA79-84B9-ABFC3419BC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964950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61E00C-A024-71C3-971F-1AFA495F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224941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88ECE2B-4210-587A-559B-CBA9E5768B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366" y="903514"/>
            <a:ext cx="8348312" cy="3733799"/>
          </a:xfrm>
        </p:spPr>
        <p:txBody>
          <a:bodyPr/>
          <a:lstStyle>
            <a:lvl1pPr marL="0" indent="0">
              <a:buFontTx/>
              <a:buNone/>
              <a:defRPr sz="210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1237F"/>
              </a:buClr>
              <a:buSzTx/>
              <a:buFontTx/>
              <a:buNone/>
              <a:tabLst/>
              <a:defRPr/>
            </a:pPr>
            <a:r>
              <a:rPr lang="en-US" dirty="0"/>
              <a:t>Subhead Arial 21 pt</a:t>
            </a:r>
            <a:endParaRPr lang="en-I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1237F"/>
              </a:buClr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78EAF-8C25-A047-8EAD-BFDA799F3C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11472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61E00C-A024-71C3-971F-1AFA495F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224941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001916-F7A2-9C60-E52F-967F178420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09040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166F80-42B6-B58C-AD1E-50DC29A863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36639" y="998545"/>
            <a:ext cx="7072312" cy="2169825"/>
          </a:xfrm>
        </p:spPr>
        <p:txBody>
          <a:bodyPr vert="horz" wrap="square" lIns="91440" tIns="45720" rIns="91440" bIns="45720" rtlCol="0" anchor="b" anchorCtr="0">
            <a:spAutoFit/>
          </a:bodyPr>
          <a:lstStyle>
            <a:lvl1pPr marL="280988" indent="-91440">
              <a:lnSpc>
                <a:spcPct val="90000"/>
              </a:lnSpc>
              <a:defRPr lang="en-US" sz="3000" kern="2200" spc="0" baseline="0" dirty="0">
                <a:latin typeface="+mn-lt"/>
              </a:defRPr>
            </a:lvl1pPr>
          </a:lstStyle>
          <a:p>
            <a:pPr lvl="0"/>
            <a:r>
              <a:rPr lang="en-US" dirty="0"/>
              <a:t>“Lorem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, semper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ipsum mi, ac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 dolor.”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036637" y="3383309"/>
            <a:ext cx="7072313" cy="541425"/>
          </a:xfrm>
        </p:spPr>
        <p:txBody>
          <a:bodyPr vert="horz" wrap="square" lIns="91440" tIns="45720" rIns="91440" bIns="45720" rtlCol="0">
            <a:noAutofit/>
          </a:bodyPr>
          <a:lstStyle>
            <a:lvl1pPr marL="0" indent="0" algn="r">
              <a:spcBef>
                <a:spcPts val="300"/>
              </a:spcBef>
              <a:buNone/>
              <a:defRPr lang="en-US" sz="1800" baseline="0" dirty="0" smtClean="0">
                <a:solidFill>
                  <a:srgbClr val="525252"/>
                </a:solidFill>
                <a:latin typeface="+mn-lt"/>
              </a:defRPr>
            </a:lvl1pPr>
            <a:lvl2pPr marL="230187" indent="0">
              <a:buNone/>
              <a:defRPr lang="en-US" dirty="0" smtClean="0"/>
            </a:lvl2pPr>
            <a:lvl3pPr marL="515937" indent="0">
              <a:buNone/>
              <a:defRPr lang="en-US" dirty="0" smtClean="0"/>
            </a:lvl3pPr>
            <a:lvl4pPr marL="800100" indent="0">
              <a:buNone/>
              <a:defRPr lang="en-US" dirty="0" smtClean="0"/>
            </a:lvl4pPr>
            <a:lvl5pPr marL="1085850" indent="0">
              <a:buNone/>
              <a:defRPr lang="en-US" dirty="0"/>
            </a:lvl5pPr>
          </a:lstStyle>
          <a:p>
            <a:pPr lvl="0"/>
            <a:r>
              <a:rPr lang="en-US" dirty="0"/>
              <a:t>—Author’s Name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CE492-C280-5201-CBB5-16A9AEF429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213682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A5BABDC-CE89-5D10-A2FB-2F855A64219D}"/>
              </a:ext>
            </a:extLst>
          </p:cNvPr>
          <p:cNvSpPr/>
          <p:nvPr userDrawn="1"/>
        </p:nvSpPr>
        <p:spPr bwMode="auto">
          <a:xfrm>
            <a:off x="0" y="0"/>
            <a:ext cx="9143999" cy="1955800"/>
          </a:xfrm>
          <a:prstGeom prst="rect">
            <a:avLst/>
          </a:prstGeom>
          <a:gradFill flip="none" rotWithShape="1">
            <a:gsLst>
              <a:gs pos="0">
                <a:srgbClr val="004170"/>
              </a:gs>
              <a:gs pos="50000">
                <a:srgbClr val="005094"/>
              </a:gs>
              <a:gs pos="100000">
                <a:srgbClr val="004170"/>
              </a:gs>
            </a:gsLst>
            <a:path path="circle">
              <a:fillToRect l="100000" t="100000"/>
            </a:path>
            <a:tileRect r="-100000" b="-100000"/>
          </a:gra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A8F41F8-F19F-D315-422E-A1602CCDB2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637" y="2445200"/>
            <a:ext cx="6950076" cy="517065"/>
          </a:xfrm>
        </p:spPr>
        <p:txBody>
          <a:bodyPr/>
          <a:lstStyle>
            <a:lvl1pPr algn="l">
              <a:defRPr sz="3600"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pic>
        <p:nvPicPr>
          <p:cNvPr id="2" name="Picture 1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42EC46E9-2F40-2609-8586-6453277E5D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637" y="552043"/>
            <a:ext cx="3535363" cy="81497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EABF4AB-5CB0-7B2D-BF27-32A2FB979959}"/>
              </a:ext>
            </a:extLst>
          </p:cNvPr>
          <p:cNvSpPr/>
          <p:nvPr userDrawn="1"/>
        </p:nvSpPr>
        <p:spPr bwMode="auto">
          <a:xfrm>
            <a:off x="-2" y="4817444"/>
            <a:ext cx="9143999" cy="326056"/>
          </a:xfrm>
          <a:prstGeom prst="rect">
            <a:avLst/>
          </a:prstGeom>
          <a:gradFill flip="none" rotWithShape="1">
            <a:gsLst>
              <a:gs pos="0">
                <a:srgbClr val="005094"/>
              </a:gs>
              <a:gs pos="50000">
                <a:srgbClr val="005094"/>
              </a:gs>
              <a:gs pos="75000">
                <a:srgbClr val="3A195B"/>
              </a:gs>
            </a:gsLst>
            <a:path path="circle">
              <a:fillToRect l="100000" t="100000"/>
            </a:path>
            <a:tileRect r="-100000" b="-100000"/>
          </a:gra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l">
              <a:lnSpc>
                <a:spcPct val="90000"/>
              </a:lnSpc>
            </a:pPr>
            <a:endParaRPr lang="en-US" sz="120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1005B-8E19-7B09-A5A7-6AA5B23AF9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9827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1F2F2"/>
            </a:gs>
            <a:gs pos="100000">
              <a:srgbClr val="EBEBEC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 bwMode="auto">
          <a:xfrm>
            <a:off x="-2" y="4817444"/>
            <a:ext cx="9143999" cy="326056"/>
          </a:xfrm>
          <a:prstGeom prst="rect">
            <a:avLst/>
          </a:prstGeom>
          <a:gradFill flip="none" rotWithShape="1">
            <a:gsLst>
              <a:gs pos="0">
                <a:srgbClr val="005094"/>
              </a:gs>
              <a:gs pos="50000">
                <a:srgbClr val="005094"/>
              </a:gs>
              <a:gs pos="75000">
                <a:srgbClr val="3A195B"/>
              </a:gs>
            </a:gsLst>
            <a:path path="circle">
              <a:fillToRect l="100000" t="100000"/>
            </a:path>
            <a:tileRect r="-100000" b="-100000"/>
          </a:gra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l">
              <a:lnSpc>
                <a:spcPct val="90000"/>
              </a:lnSpc>
            </a:pPr>
            <a:endParaRPr lang="en-US" sz="120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6638" y="633475"/>
            <a:ext cx="7072312" cy="438582"/>
          </a:xfrm>
          <a:prstGeom prst="rect">
            <a:avLst/>
          </a:prstGeom>
        </p:spPr>
        <p:txBody>
          <a:bodyPr vert="horz" wrap="square" lIns="0" tIns="0" rIns="0" bIns="45720" rtlCol="0" anchor="t" anchorCtr="0">
            <a:spAutoFit/>
          </a:bodyPr>
          <a:lstStyle/>
          <a:p>
            <a:r>
              <a:rPr lang="en-US" dirty="0"/>
              <a:t>Slide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6638" y="1108347"/>
            <a:ext cx="7072312" cy="3171045"/>
          </a:xfrm>
          <a:prstGeom prst="rect">
            <a:avLst/>
          </a:prstGeom>
        </p:spPr>
        <p:txBody>
          <a:bodyPr vert="horz" wrap="square" lIns="0" tIns="0" rIns="0" bIns="45720" rtlCol="0">
            <a:noAutofit/>
          </a:bodyPr>
          <a:lstStyle/>
          <a:p>
            <a:pPr lvl="0"/>
            <a:r>
              <a:rPr lang="en-US" dirty="0"/>
              <a:t>Click to edit bullet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A blue and black logo&#10;&#10;Description automatically generated">
            <a:extLst>
              <a:ext uri="{FF2B5EF4-FFF2-40B4-BE49-F238E27FC236}">
                <a16:creationId xmlns:a16="http://schemas.microsoft.com/office/drawing/2014/main" id="{56EBD2BB-939E-8183-DA57-9EBF0EB8BE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r="74035"/>
          <a:stretch/>
        </p:blipFill>
        <p:spPr>
          <a:xfrm>
            <a:off x="8366780" y="118792"/>
            <a:ext cx="712936" cy="720000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99E92E5-B5F9-59B9-2C09-DCBBBD1447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073" y="4817444"/>
            <a:ext cx="514350" cy="326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4" r:id="rId1"/>
    <p:sldLayoutId id="2147484015" r:id="rId2"/>
    <p:sldLayoutId id="2147484028" r:id="rId3"/>
    <p:sldLayoutId id="2147484023" r:id="rId4"/>
    <p:sldLayoutId id="2147484025" r:id="rId5"/>
    <p:sldLayoutId id="2147484029" r:id="rId6"/>
    <p:sldLayoutId id="2147484026" r:id="rId7"/>
    <p:sldLayoutId id="2147484027" r:id="rId8"/>
    <p:sldLayoutId id="2147483944" r:id="rId9"/>
    <p:sldLayoutId id="2147483940" r:id="rId10"/>
    <p:sldLayoutId id="2147483947" r:id="rId11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lang="en-US" sz="3000" b="0" kern="1200" cap="none" spc="0" baseline="0" dirty="0" smtClean="0">
          <a:solidFill>
            <a:srgbClr val="005094"/>
          </a:solidFill>
          <a:latin typeface="+mj-lt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168275" indent="-168275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Wingdings" panose="05000000000000000000" pitchFamily="2" charset="2"/>
        <a:buChar char="§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1pPr>
      <a:lvl2pPr marL="457200" indent="-227013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2pPr>
      <a:lvl3pPr marL="742950" indent="-227013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3pPr>
      <a:lvl4pPr marL="1028700" indent="-228600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4pPr>
      <a:lvl5pPr marL="1312863" indent="-227013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37244" y="2696348"/>
            <a:ext cx="7069512" cy="683264"/>
          </a:xfrm>
        </p:spPr>
        <p:txBody>
          <a:bodyPr/>
          <a:lstStyle/>
          <a:p>
            <a:r>
              <a:rPr lang="en-US" sz="2800" b="1" dirty="0"/>
              <a:t>Topic</a:t>
            </a:r>
            <a:r>
              <a:rPr lang="en-US" sz="2400" b="1" dirty="0"/>
              <a:t> – “Problem Statement”</a:t>
            </a:r>
            <a:br>
              <a:rPr lang="en-IN" sz="1800" dirty="0"/>
            </a:br>
            <a:endParaRPr lang="en-US" sz="1800" dirty="0">
              <a:solidFill>
                <a:srgbClr val="0070C0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202344" y="3379612"/>
            <a:ext cx="7069512" cy="1437832"/>
          </a:xfrm>
        </p:spPr>
        <p:txBody>
          <a:bodyPr/>
          <a:lstStyle/>
          <a:p>
            <a:r>
              <a:rPr lang="en-US" b="1" dirty="0">
                <a:solidFill>
                  <a:srgbClr val="004170"/>
                </a:solidFill>
              </a:rPr>
              <a:t>Name</a:t>
            </a:r>
            <a:r>
              <a:rPr lang="en-US" dirty="0"/>
              <a:t>: “Student Name”</a:t>
            </a:r>
          </a:p>
          <a:p>
            <a:r>
              <a:rPr lang="en-US" b="1" dirty="0">
                <a:solidFill>
                  <a:srgbClr val="004170"/>
                </a:solidFill>
              </a:rPr>
              <a:t>Roll</a:t>
            </a:r>
            <a:r>
              <a:rPr lang="en-US" dirty="0">
                <a:solidFill>
                  <a:srgbClr val="004170"/>
                </a:solidFill>
              </a:rPr>
              <a:t> </a:t>
            </a:r>
            <a:r>
              <a:rPr lang="en-US" b="1" dirty="0">
                <a:solidFill>
                  <a:srgbClr val="004170"/>
                </a:solidFill>
              </a:rPr>
              <a:t>No</a:t>
            </a:r>
            <a:r>
              <a:rPr lang="en-US" dirty="0"/>
              <a:t>: “Student Roll No”</a:t>
            </a:r>
          </a:p>
          <a:p>
            <a:r>
              <a:rPr lang="en-US" b="1" dirty="0">
                <a:solidFill>
                  <a:srgbClr val="004170"/>
                </a:solidFill>
              </a:rPr>
              <a:t>CSE</a:t>
            </a:r>
            <a:r>
              <a:rPr lang="en-US" dirty="0">
                <a:solidFill>
                  <a:srgbClr val="004170"/>
                </a:solidFill>
              </a:rPr>
              <a:t> </a:t>
            </a:r>
            <a:r>
              <a:rPr lang="en-US" b="1" dirty="0">
                <a:solidFill>
                  <a:srgbClr val="004170"/>
                </a:solidFill>
              </a:rPr>
              <a:t>(A)</a:t>
            </a:r>
          </a:p>
          <a:p>
            <a:r>
              <a:rPr lang="en-US" b="1" dirty="0" err="1">
                <a:solidFill>
                  <a:srgbClr val="004170"/>
                </a:solidFill>
              </a:rPr>
              <a:t>Subject</a:t>
            </a:r>
            <a:r>
              <a:rPr lang="en-US" dirty="0" err="1"/>
              <a:t>:”Subject</a:t>
            </a:r>
            <a:r>
              <a:rPr lang="en-US" dirty="0"/>
              <a:t>”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97F3F-9EED-8F52-2E31-5C593DDC3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073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1</a:t>
            </a:fld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86E60F-A298-593F-D303-6760159C7B18}"/>
              </a:ext>
            </a:extLst>
          </p:cNvPr>
          <p:cNvSpPr txBox="1"/>
          <p:nvPr/>
        </p:nvSpPr>
        <p:spPr bwMode="auto">
          <a:xfrm>
            <a:off x="2724150" y="1840729"/>
            <a:ext cx="4025900" cy="52322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4170"/>
                </a:solidFill>
              </a:rPr>
              <a:t>AAT – TECH TALK</a:t>
            </a:r>
            <a:endParaRPr lang="en-IN" sz="2800" b="1" dirty="0">
              <a:solidFill>
                <a:srgbClr val="00417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256293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500D9-446C-E1F4-E145-7ABD1D057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224941"/>
            <a:ext cx="8349916" cy="507831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b="1" u="sng" dirty="0">
                <a:solidFill>
                  <a:srgbClr val="005094"/>
                </a:solidFill>
              </a:rPr>
              <a:t>Introduction</a:t>
            </a:r>
            <a:r>
              <a:rPr lang="en-IN" sz="1800" b="1" dirty="0">
                <a:solidFill>
                  <a:srgbClr val="0070C0"/>
                </a:solidFill>
              </a:rPr>
              <a:t>:-</a:t>
            </a:r>
            <a:endParaRPr lang="en-IN" b="1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73FD3051-D0BF-7085-1D2D-847F71A21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125" y="927258"/>
            <a:ext cx="8397875" cy="36957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u="sng" dirty="0">
                <a:solidFill>
                  <a:srgbClr val="0070C0"/>
                </a:solidFill>
              </a:rPr>
              <a:t>Index</a:t>
            </a:r>
            <a:r>
              <a:rPr lang="en-US" sz="2000" b="1" dirty="0">
                <a:solidFill>
                  <a:srgbClr val="0070C0"/>
                </a:solidFill>
              </a:rPr>
              <a:t>-</a:t>
            </a: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endParaRPr lang="en-US" sz="2000" dirty="0">
              <a:solidFill>
                <a:srgbClr val="0070C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581014-57C5-7E9A-86A7-6E20066E9C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073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2</a:t>
            </a:fld>
            <a:endParaRPr lang="en-IN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AEB190FA-F414-62FD-CA46-F9B9AA566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125" y="1268452"/>
            <a:ext cx="100720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content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38270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6EB46-0D58-A429-CFF6-AB3850EAD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b="1" u="sng" dirty="0"/>
              <a:t>“Heading”</a:t>
            </a:r>
            <a:r>
              <a:rPr lang="en-IN" b="1" dirty="0"/>
              <a:t>:-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39C4E-ABE6-13D5-5C8A-6AB0ADE461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073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3</a:t>
            </a:fld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B141FC1-D197-CC99-75B0-6C52B928E2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4899" y="732772"/>
            <a:ext cx="81555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solidFill>
                  <a:srgbClr val="005094"/>
                </a:solidFill>
              </a:rPr>
              <a:t>“Relevant Content”</a:t>
            </a:r>
          </a:p>
        </p:txBody>
      </p:sp>
    </p:spTree>
    <p:extLst>
      <p:ext uri="{BB962C8B-B14F-4D97-AF65-F5344CB8AC3E}">
        <p14:creationId xmlns:p14="http://schemas.microsoft.com/office/powerpoint/2010/main" val="395437433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C1975-3734-25CE-84DB-DEEF91F68A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637" y="2445200"/>
            <a:ext cx="6950076" cy="490904"/>
          </a:xfrm>
        </p:spPr>
        <p:txBody>
          <a:bodyPr/>
          <a:lstStyle/>
          <a:p>
            <a:r>
              <a:rPr lang="en-GB" sz="3400" b="1" dirty="0">
                <a:solidFill>
                  <a:srgbClr val="5123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30849E-F7A6-5ED3-F0DD-CF5FC48A9C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9340172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MC Powerpoint Template">
  <a:themeElements>
    <a:clrScheme name="Custom 1">
      <a:dk1>
        <a:srgbClr val="005094"/>
      </a:dk1>
      <a:lt1>
        <a:srgbClr val="FFFFFF"/>
      </a:lt1>
      <a:dk2>
        <a:srgbClr val="FFFFFF"/>
      </a:dk2>
      <a:lt2>
        <a:srgbClr val="FFFFFF"/>
      </a:lt2>
      <a:accent1>
        <a:srgbClr val="005094"/>
      </a:accent1>
      <a:accent2>
        <a:srgbClr val="525252"/>
      </a:accent2>
      <a:accent3>
        <a:srgbClr val="525252"/>
      </a:accent3>
      <a:accent4>
        <a:srgbClr val="005094"/>
      </a:accent4>
      <a:accent5>
        <a:srgbClr val="525252"/>
      </a:accent5>
      <a:accent6>
        <a:srgbClr val="005094"/>
      </a:accent6>
      <a:hlink>
        <a:srgbClr val="525252"/>
      </a:hlink>
      <a:folHlink>
        <a:srgbClr val="005094"/>
      </a:folHlink>
    </a:clrScheme>
    <a:fontScheme name="Montgomery College 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51237F"/>
        </a:solidFill>
        <a:ln w="19050" algn="ctr">
          <a:noFill/>
          <a:miter lim="800000"/>
          <a:headEnd/>
          <a:tailEnd/>
        </a:ln>
      </a:spPr>
      <a:bodyPr wrap="none" rtlCol="0" anchor="ctr"/>
      <a:lstStyle>
        <a:defPPr algn="ctr">
          <a:lnSpc>
            <a:spcPct val="90000"/>
          </a:lnSpc>
          <a:defRPr sz="1600" b="1" dirty="0" err="1" smtClean="0">
            <a:solidFill>
              <a:schemeClr val="bg1"/>
            </a:solidFill>
            <a:latin typeface="+mj-lt"/>
          </a:defRPr>
        </a:defPPr>
      </a:lstStyle>
    </a:spDef>
    <a:lnDef>
      <a:spPr>
        <a:ln w="2857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19050" algn="ctr">
          <a:noFill/>
          <a:miter lim="800000"/>
          <a:headEnd/>
          <a:tailEnd/>
        </a:ln>
      </a:spPr>
      <a:bodyPr wrap="square" lIns="0" tIns="0" rIns="0" bIns="0" rtlCol="0">
        <a:spAutoFit/>
      </a:bodyPr>
      <a:lstStyle>
        <a:defPPr>
          <a:defRPr sz="20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Coalesse Palette">
      <a:dk1>
        <a:sysClr val="windowText" lastClr="000000"/>
      </a:dk1>
      <a:lt1>
        <a:sysClr val="window" lastClr="FFFFFF"/>
      </a:lt1>
      <a:dk2>
        <a:srgbClr val="342B2A"/>
      </a:dk2>
      <a:lt2>
        <a:srgbClr val="DAD6CB"/>
      </a:lt2>
      <a:accent1>
        <a:srgbClr val="E55302"/>
      </a:accent1>
      <a:accent2>
        <a:srgbClr val="5F3032"/>
      </a:accent2>
      <a:accent3>
        <a:srgbClr val="005774"/>
      </a:accent3>
      <a:accent4>
        <a:srgbClr val="9BA03C"/>
      </a:accent4>
      <a:accent5>
        <a:srgbClr val="34AA71"/>
      </a:accent5>
      <a:accent6>
        <a:srgbClr val="F3BD48"/>
      </a:accent6>
      <a:hlink>
        <a:srgbClr val="34AA71"/>
      </a:hlink>
      <a:folHlink>
        <a:srgbClr val="8C8C8C"/>
      </a:folHlink>
    </a:clrScheme>
    <a:fontScheme name="Coalesse">
      <a:majorFont>
        <a:latin typeface="Arial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oalesse Palette">
      <a:dk1>
        <a:sysClr val="windowText" lastClr="000000"/>
      </a:dk1>
      <a:lt1>
        <a:sysClr val="window" lastClr="FFFFFF"/>
      </a:lt1>
      <a:dk2>
        <a:srgbClr val="342B2A"/>
      </a:dk2>
      <a:lt2>
        <a:srgbClr val="DAD6CB"/>
      </a:lt2>
      <a:accent1>
        <a:srgbClr val="E55302"/>
      </a:accent1>
      <a:accent2>
        <a:srgbClr val="5F3032"/>
      </a:accent2>
      <a:accent3>
        <a:srgbClr val="005774"/>
      </a:accent3>
      <a:accent4>
        <a:srgbClr val="9BA03C"/>
      </a:accent4>
      <a:accent5>
        <a:srgbClr val="34AA71"/>
      </a:accent5>
      <a:accent6>
        <a:srgbClr val="F3BD48"/>
      </a:accent6>
      <a:hlink>
        <a:srgbClr val="34AA71"/>
      </a:hlink>
      <a:folHlink>
        <a:srgbClr val="8C8C8C"/>
      </a:folHlink>
    </a:clrScheme>
    <a:fontScheme name="Coalesse">
      <a:majorFont>
        <a:latin typeface="Arial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343</TotalTime>
  <Words>53</Words>
  <Application>Microsoft Office PowerPoint</Application>
  <PresentationFormat>On-screen Show (16:9)</PresentationFormat>
  <Paragraphs>16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Garamond</vt:lpstr>
      <vt:lpstr>Wingdings</vt:lpstr>
      <vt:lpstr>MC Powerpoint Template</vt:lpstr>
      <vt:lpstr>Topic – “Problem Statement” </vt:lpstr>
      <vt:lpstr>Introduction:-</vt:lpstr>
      <vt:lpstr>“Heading”:-</vt:lpstr>
      <vt:lpstr>Thank You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>Akash Bojja</cp:lastModifiedBy>
  <cp:revision>3</cp:revision>
  <dcterms:created xsi:type="dcterms:W3CDTF">2016-09-09T13:34:50Z</dcterms:created>
  <dcterms:modified xsi:type="dcterms:W3CDTF">2025-12-12T15:06:50Z</dcterms:modified>
</cp:coreProperties>
</file>